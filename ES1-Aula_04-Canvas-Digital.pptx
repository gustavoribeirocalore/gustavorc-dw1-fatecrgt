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E1E621-34E9-0325-0A75-F5A36BCFD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EB9F8E-140D-3B7F-BBFA-21D34B7AB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04CBA1-9130-2E06-021A-0EB496449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D95E-DD16-43A9-AD04-08E63E52DB49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624E64-2380-DF5A-21F9-69B4C047C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D50289-8C50-796B-83A0-16C3A647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AB2D-29C2-48D9-8204-1BE2B1F42E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557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CDF025-0124-8934-8391-32025B2D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28CF4F-9953-0418-C290-ABA82B564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BA31CD-382E-C371-5AD5-82E95D4C2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D95E-DD16-43A9-AD04-08E63E52DB49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F162AB-E966-E819-83C6-6888B1D92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0683DF-2EFE-C869-DBCC-64508B48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AB2D-29C2-48D9-8204-1BE2B1F42E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548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E75E6E-A773-8FEE-AF1A-23FEE2284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505E950-91A5-D2C7-F35E-9801F02D2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C57D6E-AF0C-CD9D-7438-97E72B64F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D95E-DD16-43A9-AD04-08E63E52DB49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B5B430-9F80-B8BA-A13C-E9DC99496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E3B655-39CA-F7A9-116F-ABC66332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AB2D-29C2-48D9-8204-1BE2B1F42E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501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11BF0-AA2D-4025-2E76-638671839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98BF92-F880-A8C4-9B00-33F4448F9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E8FBC62-87DF-F5F9-0978-529A59BD9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A8B9E4-78D1-BE03-9E83-6345D3C74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D95E-DD16-43A9-AD04-08E63E52DB49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353E2-F840-A167-0EED-7FEA69620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E2A93C-6C56-67EB-755F-AAE272AE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AB2D-29C2-48D9-8204-1BE2B1F42E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398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10680-364A-AFA0-2AD9-EACD4E4C2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6F9F6C2-4A8F-116C-CFD4-08D769007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E9F3B2B-B70C-56D5-AB5B-FAB949A0B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387ADCA-CFBE-6A32-81D7-84FB575A6E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1F7DE6E-9387-C63F-270A-823E9EFE84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A018D1B-552D-66CF-60AA-719336EDF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D95E-DD16-43A9-AD04-08E63E52DB49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F164E99-B8E6-E823-D0C6-EB1DF499A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851E3E8-0323-8633-B46B-87FAD469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AB2D-29C2-48D9-8204-1BE2B1F42E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3834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68105A-5AD5-CBFC-223C-F9FB5A807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C6FAC7-9DA6-3356-52DE-BD8A3DAA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D95E-DD16-43A9-AD04-08E63E52DB49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9467C2-F16D-A9CF-F73C-C1972A652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108E367-B0E8-FDAE-9984-C68F7C51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AB2D-29C2-48D9-8204-1BE2B1F42E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35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A67413-0B06-27B8-5992-3DE9EA70C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D95E-DD16-43A9-AD04-08E63E52DB49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5E29DFB-E229-B846-9C5C-3AB010CFC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C1332A-D4DD-9F3A-B632-3A447A5FB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AB2D-29C2-48D9-8204-1BE2B1F42E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1286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57C1CF-1DD1-8A76-5CB5-EB058BCA0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67D165-8C5A-0EAB-477A-5443CAFCD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391B783-AFEB-AE8A-F854-73D19CC83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A90A30-ABB2-0721-9C75-49E110234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D95E-DD16-43A9-AD04-08E63E52DB49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71EB8B-069D-6840-9976-6B915825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016C6B-1ECD-2598-AE0F-0573CA7BD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AB2D-29C2-48D9-8204-1BE2B1F42E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2667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9499BD-3939-83A7-7E6E-7B1886D8C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B9D5787-53C5-C9BB-AE79-9AD568937D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DE4A1FA-FEC9-2515-D8C1-F6654F5FA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EAAC1F5-E729-89DF-0089-B838CDB0D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D95E-DD16-43A9-AD04-08E63E52DB49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764369-D65D-DC57-5FC5-8C01C1E79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8CBCED1-F1EC-846F-15BE-1399DC652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AB2D-29C2-48D9-8204-1BE2B1F42E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875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CB7B9A-C0D0-E911-4FBA-2C41B211E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3F194FE-8046-AD79-9FDE-9A02A5A01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BB4D34-F4C6-D282-B9A5-40FED3C68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D95E-DD16-43A9-AD04-08E63E52DB49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2BC951-1897-B9E3-700A-7F9FF854B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D313A4-58B4-3F97-FF4E-C75BFC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AB2D-29C2-48D9-8204-1BE2B1F42E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1986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998612-3314-A4DA-4308-5D0A8ACD6B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C8B0887-CD88-0836-F3E8-7B87D0BE9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C20A49-9B18-1D5D-A89A-13C7BDFC2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D95E-DD16-43A9-AD04-08E63E52DB49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04FAA7-469E-D435-8244-31B225317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1578B6-5B1B-A21F-DEA2-1C0E853FB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AB2D-29C2-48D9-8204-1BE2B1F42E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633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7430681-E4A4-E6FE-171E-0E3F9C790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4BB130-BDE6-8B22-CCB4-AE074CF6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B81B6E-0EF0-A923-74BE-F64665FF32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9D95E-DD16-43A9-AD04-08E63E52DB49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037C8D-BF18-A601-8952-015A06616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AE8B8E-A8F6-47A2-DB24-DDC7076DA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AAB2D-29C2-48D9-8204-1BE2B1F42E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5700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C6062D9-FA6E-8314-6A5F-915B246EE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2" t="6166" r="3826" b="14842"/>
          <a:stretch>
            <a:fillRect/>
          </a:stretch>
        </p:blipFill>
        <p:spPr>
          <a:xfrm>
            <a:off x="415290" y="-2508"/>
            <a:ext cx="11361420" cy="688587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E0EB8D2-6E21-6C4B-23C1-663E36264829}"/>
              </a:ext>
            </a:extLst>
          </p:cNvPr>
          <p:cNvSpPr txBox="1"/>
          <p:nvPr/>
        </p:nvSpPr>
        <p:spPr>
          <a:xfrm>
            <a:off x="605790" y="788670"/>
            <a:ext cx="1463040" cy="206210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Digite aqui...</a:t>
            </a:r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A757663-1639-DEA2-B458-3A6637207017}"/>
              </a:ext>
            </a:extLst>
          </p:cNvPr>
          <p:cNvSpPr txBox="1"/>
          <p:nvPr/>
        </p:nvSpPr>
        <p:spPr>
          <a:xfrm>
            <a:off x="2861310" y="788669"/>
            <a:ext cx="1463040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 marL="285750" indent="-285750">
              <a:buFont typeface="Wingdings" panose="05000000000000000000" pitchFamily="2" charset="2"/>
              <a:buChar char="§"/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 dirty="0"/>
              <a:t>Digite aqui...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C3E15C2-2A6D-64FB-E035-05B7A55F447F}"/>
              </a:ext>
            </a:extLst>
          </p:cNvPr>
          <p:cNvSpPr txBox="1"/>
          <p:nvPr/>
        </p:nvSpPr>
        <p:spPr>
          <a:xfrm>
            <a:off x="5063490" y="788668"/>
            <a:ext cx="1463040" cy="206210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 marL="285750" indent="-285750">
              <a:buFont typeface="Wingdings" panose="05000000000000000000" pitchFamily="2" charset="2"/>
              <a:buChar char="§"/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 dirty="0"/>
              <a:t>Digite aqui...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15DDAA8-03CD-3042-5F19-D4DC867CF966}"/>
              </a:ext>
            </a:extLst>
          </p:cNvPr>
          <p:cNvSpPr txBox="1"/>
          <p:nvPr/>
        </p:nvSpPr>
        <p:spPr>
          <a:xfrm>
            <a:off x="7319010" y="918208"/>
            <a:ext cx="1463040" cy="17851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 marL="285750" indent="-285750">
              <a:buFont typeface="Wingdings" panose="05000000000000000000" pitchFamily="2" charset="2"/>
              <a:buChar char="§"/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 dirty="0"/>
              <a:t>Digite aqui...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9C33425-5FFB-7B61-E71C-3C20B6501B83}"/>
              </a:ext>
            </a:extLst>
          </p:cNvPr>
          <p:cNvSpPr txBox="1"/>
          <p:nvPr/>
        </p:nvSpPr>
        <p:spPr>
          <a:xfrm>
            <a:off x="9574530" y="788668"/>
            <a:ext cx="1463040" cy="16004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 marL="285750" indent="-285750">
              <a:buFont typeface="Wingdings" panose="05000000000000000000" pitchFamily="2" charset="2"/>
              <a:buChar char="§"/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 dirty="0"/>
              <a:t>Digite aqui...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61120CC-B111-0C71-BA4D-5499D60A966B}"/>
              </a:ext>
            </a:extLst>
          </p:cNvPr>
          <p:cNvSpPr txBox="1"/>
          <p:nvPr/>
        </p:nvSpPr>
        <p:spPr>
          <a:xfrm>
            <a:off x="632460" y="5427226"/>
            <a:ext cx="3150870" cy="129266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 marL="285750" indent="-285750">
              <a:buFont typeface="Wingdings" panose="05000000000000000000" pitchFamily="2" charset="2"/>
              <a:buChar char="§"/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 dirty="0"/>
              <a:t>Digite aqui...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EDCB4D5-E02C-77AC-29D4-16B756A8EF45}"/>
              </a:ext>
            </a:extLst>
          </p:cNvPr>
          <p:cNvSpPr txBox="1"/>
          <p:nvPr/>
        </p:nvSpPr>
        <p:spPr>
          <a:xfrm>
            <a:off x="2830830" y="3164449"/>
            <a:ext cx="1463040" cy="10464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 marL="285750" indent="-285750">
              <a:buFont typeface="Wingdings" panose="05000000000000000000" pitchFamily="2" charset="2"/>
              <a:buChar char="§"/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 dirty="0"/>
              <a:t>Digite aqui...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A148984-E709-8627-DCA9-CCDDC0D25BFA}"/>
              </a:ext>
            </a:extLst>
          </p:cNvPr>
          <p:cNvSpPr txBox="1"/>
          <p:nvPr/>
        </p:nvSpPr>
        <p:spPr>
          <a:xfrm>
            <a:off x="7319010" y="3164449"/>
            <a:ext cx="1463040" cy="17851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 marL="285750" indent="-285750">
              <a:buFont typeface="Wingdings" panose="05000000000000000000" pitchFamily="2" charset="2"/>
              <a:buChar char="§"/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 dirty="0"/>
              <a:t>Digite aqui...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57E1211-E208-D8B4-5A1F-2DC217A6C2BE}"/>
              </a:ext>
            </a:extLst>
          </p:cNvPr>
          <p:cNvSpPr txBox="1"/>
          <p:nvPr/>
        </p:nvSpPr>
        <p:spPr>
          <a:xfrm>
            <a:off x="6217920" y="5427225"/>
            <a:ext cx="4263390" cy="129266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 marL="285750" indent="-285750">
              <a:buFont typeface="Wingdings" panose="05000000000000000000" pitchFamily="2" charset="2"/>
              <a:buChar char="§"/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 dirty="0"/>
              <a:t>Digite aqui...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89385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27</Words>
  <Application>Microsoft Office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MAX DA SILVA</dc:creator>
  <cp:lastModifiedBy>DSM1</cp:lastModifiedBy>
  <cp:revision>3</cp:revision>
  <dcterms:created xsi:type="dcterms:W3CDTF">2026-09-21T17:34:07Z</dcterms:created>
  <dcterms:modified xsi:type="dcterms:W3CDTF">2026-09-21T23:51:31Z</dcterms:modified>
</cp:coreProperties>
</file>